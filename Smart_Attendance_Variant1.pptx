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Attendance Tracking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PSE Surat College</a:t>
            </a:r>
          </a:p>
          <a:p>
            <a:r>
              <a:t>GTU Mandatory 75% Attendance Criteria</a:t>
            </a:r>
          </a:p>
        </p:txBody>
      </p:sp>
      <p:pic>
        <p:nvPicPr>
          <p:cNvPr id="4" name="Picture 3" descr="ps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Old Pen &amp; Paper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Earlier, attendance was taken manually, which caused several issues:</a:t>
            </a:r>
          </a:p>
          <a:p>
            <a:r>
              <a:t>As a Student: Unsure of current attendance %, proxies by others, difficult to track GTU 75% criteria.</a:t>
            </a:r>
          </a:p>
          <a:p>
            <a:r>
              <a:t>As a Teacher: Time-consuming to call out names, manual data entry in excel, hard to calculate low attendance.</a:t>
            </a:r>
          </a:p>
        </p:txBody>
      </p:sp>
      <p:pic>
        <p:nvPicPr>
          <p:cNvPr id="4" name="Picture 3" descr="excel_attendance_sheet_1782458816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Attendance Tracking site digitizes the entire process.</a:t>
            </a:r>
          </a:p>
          <a:p>
            <a:r>
              <a:t>Student Solution: Real-time dashboard to check attendance %, alerts for low attendance, no proxies.</a:t>
            </a:r>
          </a:p>
          <a:p>
            <a:r>
              <a:t>Teacher Solution: One-click attendance taking, automated calculations, export reports easily.</a:t>
            </a:r>
          </a:p>
        </p:txBody>
      </p:sp>
      <p:pic>
        <p:nvPicPr>
          <p:cNvPr id="4" name="Picture 3" descr="smart_attendance_site_1782458828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04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Features:</a:t>
            </a:r>
          </a:p>
          <a:p>
            <a:r>
              <a:t>- Live Attendance Dashboard</a:t>
            </a:r>
            <a:br/>
            <a:r>
              <a:t>- GTU 75% Alert System</a:t>
            </a:r>
            <a:br/>
            <a:r>
              <a:t>- Leave Request Portal</a:t>
            </a:r>
          </a:p>
          <a:p>
            <a:r>
              <a:t>Teacher Features:</a:t>
            </a:r>
          </a:p>
          <a:p>
            <a:r>
              <a:t>- Quick Mark Interface</a:t>
            </a:r>
            <a:br/>
            <a:r>
              <a:t>- Defaulter List Generator</a:t>
            </a:r>
            <a:br/>
            <a:r>
              <a:t>- Subject-wise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built this with modern and easy tools:</a:t>
            </a:r>
          </a:p>
          <a:p>
            <a:r>
              <a:t>Frontend: HTML, CSS, JavaScript (The face of the site, e.g., buttons and colors)</a:t>
            </a:r>
          </a:p>
          <a:p>
            <a:r>
              <a:t>Backend: Node.js / Python (The brain behind the site doing calculations)</a:t>
            </a:r>
          </a:p>
          <a:p>
            <a:r>
              <a:t>Database: MongoDB / SQL (Where all student data is saved securely)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 Our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below to track your attendance now!</a:t>
            </a:r>
          </a:p>
          <a:p>
            <a:r>
              <a:t>https://smartattendance.psesurat.edu</a:t>
            </a:r>
          </a:p>
        </p:txBody>
      </p:sp>
      <p:pic>
        <p:nvPicPr>
          <p:cNvPr id="4" name="Picture 3" descr="smart_attendance_site_1782458828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