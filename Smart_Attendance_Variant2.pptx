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64FFDA"/>
                </a:solidFill>
              </a:defRPr>
            </a:pPr>
            <a:r>
              <a:t>SMART ATTENDANCE TRACKING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CD6F6"/>
                </a:solidFill>
              </a:defRPr>
            </a:pPr>
            <a:r>
              <a:t>Empowering PSE Surat College | Meeting the GTU 75% Mandate</a:t>
            </a:r>
          </a:p>
        </p:txBody>
      </p:sp>
      <p:pic>
        <p:nvPicPr>
          <p:cNvPr id="4" name="Picture 3" descr="pse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12240"/>
                </a:solidFill>
              </a:defRPr>
            </a:pPr>
            <a:r>
              <a:t>The Challenge: Archaic Pen &amp;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attendance tracking is prone to errors and inefficiency:</a:t>
            </a:r>
          </a:p>
          <a:p>
            <a:r>
              <a:t>For Students: </a:t>
            </a:r>
            <a:br/>
            <a:r>
              <a:t>- Constant anxiety about meeting the 75% GTU criteria.</a:t>
            </a:r>
            <a:br/>
            <a:r>
              <a:t>- Vulnerable to fake proxies.</a:t>
            </a:r>
          </a:p>
          <a:p>
            <a:r>
              <a:t>For Teachers: </a:t>
            </a:r>
            <a:br/>
            <a:r>
              <a:t>- Wastes 10+ minutes of lecture time.</a:t>
            </a:r>
            <a:br/>
            <a:r>
              <a:t>- Cumbersome data entry at the end of the month.</a:t>
            </a:r>
          </a:p>
        </p:txBody>
      </p:sp>
      <p:pic>
        <p:nvPicPr>
          <p:cNvPr id="4" name="Picture 3" descr="excel_attendance_sheet_1782458816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The Innovation: Smart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seamless digital experience replacing spreadsheets.</a:t>
            </a:r>
          </a:p>
          <a:p>
            <a:r>
              <a:t>Student Portal: </a:t>
            </a:r>
            <a:br/>
            <a:r>
              <a:t>- Crystal-clear analytics of attendance.</a:t>
            </a:r>
            <a:br/>
            <a:r>
              <a:t>- Instant alerts before falling below 75%.</a:t>
            </a:r>
          </a:p>
          <a:p>
            <a:r>
              <a:t>Teacher Portal: </a:t>
            </a:r>
            <a:br/>
            <a:r>
              <a:t>- Rapid, secure attendance marking.</a:t>
            </a:r>
            <a:br/>
            <a:r>
              <a:t>- One-click PDF/Excel report generation.</a:t>
            </a:r>
          </a:p>
        </p:txBody>
      </p:sp>
      <p:pic>
        <p:nvPicPr>
          <p:cNvPr id="4" name="Picture 3" descr="smart_attendance_site_1782458828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432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Empowering Students:</a:t>
            </a:r>
          </a:p>
          <a:p>
            <a:r>
              <a:t>- Dynamic Attendance Gauge</a:t>
            </a:r>
            <a:br/>
            <a:r>
              <a:t>- GTU Threshold Notifications</a:t>
            </a:r>
            <a:br/>
            <a:r>
              <a:t>- Digital Leave Management</a:t>
            </a:r>
          </a:p>
          <a:p>
            <a:br/>
            <a:r>
              <a:t>Empowering Faculty:</a:t>
            </a:r>
          </a:p>
          <a:p>
            <a:r>
              <a:t>- Biometric / QR Based Quick Mark</a:t>
            </a:r>
            <a:br/>
            <a:r>
              <a:t>- Auto-generated Defaulter Lists</a:t>
            </a:r>
            <a:br/>
            <a:r>
              <a:t>- Comprehensive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for Scale and Speed:</a:t>
            </a:r>
          </a:p>
          <a:p>
            <a:r>
              <a:t>User Interface (React/Next.js): Delivering a smooth, app-like experience.</a:t>
            </a:r>
          </a:p>
          <a:p>
            <a:r>
              <a:t>Server Engine (Node.js/Express): Fast processing of thousands of records.</a:t>
            </a:r>
          </a:p>
          <a:p>
            <a:r>
              <a:t>Database (MongoDB): Secure, scalable storage for college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6400">
                <a:solidFill>
                  <a:srgbClr val="64FFD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Experience It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 the future of education.</a:t>
            </a:r>
          </a:p>
          <a:p>
            <a:pPr>
              <a:defRPr>
                <a:solidFill>
                  <a:srgbClr val="0000FF"/>
                </a:solidFill>
              </a:defRPr>
            </a:pPr>
            <a:r>
              <a:t>https://smartattendance.psesurat.edu</a:t>
            </a:r>
          </a:p>
        </p:txBody>
      </p:sp>
      <p:pic>
        <p:nvPicPr>
          <p:cNvPr id="4" name="Picture 3" descr="smart_attendance_site_17824588288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